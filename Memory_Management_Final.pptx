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457200"/>
            <a:ext cx="2560320" cy="2560320"/>
          </a:xfrm>
          <a:prstGeom prst="ellipse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822960"/>
            <a:ext cx="1828800" cy="18288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005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💾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8587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Seminar on How Computers Handle Memory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4370832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|  Operating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9611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950976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78408" y="1024128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Memory?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Role in Computing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197510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78408" y="2048256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2011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414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· Deallocation · Tracking · Protection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" y="299923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78408" y="3072384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Needed?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438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Without It &amp; Benefits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" y="4023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78408" y="4096512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40599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462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(RAM, ROM, Cache) &amp; Secondary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89611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65192" y="950976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550408" y="1024128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650992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50992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OS Mapping &amp; Address Space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19202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65192" y="197510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550408" y="2048256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5650992" y="2011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Technique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50992" y="2414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Frames &amp; Page Tables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294436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65192" y="299923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550408" y="3072384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5650992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50992" y="3438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Segments (with diagram)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396849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65192" y="4023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550408" y="4096512"/>
            <a:ext cx="27432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5650992" y="40599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Paging, TLB, Swapping &amp; Thrashing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50992" y="4462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Memory Topics (with diagrams)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What is Memory?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04672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part of a computer that stores data and instructions so the CPU can use them.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1B2A3B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75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Real-World Analogy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memory like a desk — RAM is where you keep what you're working on now, and the hard disk is your filing cabinet for finished 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00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currently executing instructions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850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data access for the CPU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12394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782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OS and user programs simultaneously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804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261872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57984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48CAE4">
              <a:alpha val="88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054096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90E0EF">
              <a:alpha val="76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0540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(Main)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438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3950208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8AACBF">
              <a:alpha val="64000"/>
            </a:srgbClr>
          </a:solidFill>
          <a:ln w="12700">
            <a:solidFill>
              <a:srgbClr val="8AAC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3950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3342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What is Memory Management?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is the process of allocating, tracking, and freeing memory for programs in a computer 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memory to processes.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and where in RAM each process is placed.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50592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508760"/>
            <a:ext cx="914400" cy="914400"/>
          </a:xfrm>
          <a:prstGeom prst="ellipse">
            <a:avLst/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Deallocation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8608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memory after use.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block to the free pool for future processes.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26864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75504" y="1508760"/>
            <a:ext cx="914400" cy="914400"/>
          </a:xfrm>
          <a:prstGeom prst="ellipse">
            <a:avLst/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18304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record of used &amp; free memory.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tables or bitmaps to track every memory block.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03136" y="135331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51776" y="1508760"/>
            <a:ext cx="914400" cy="914400"/>
          </a:xfrm>
          <a:prstGeom prst="ellipse">
            <a:avLst/>
          </a:prstGeom>
          <a:solidFill>
            <a:srgbClr val="EF476F">
              <a:alpha val="2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536192"/>
            <a:ext cx="914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94576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31152" y="2962656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one process from accessing another's memory.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isolation and security.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Why is Memory Management Needed?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3977640" cy="406908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Memory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may overwrite each other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can corrupt Process B's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50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gets wasted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blocks never freed — memory leaks.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2A0F0F"/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may crash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leads to instability and crashes.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2560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254203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804672"/>
            <a:ext cx="3977640" cy="4069080"/>
          </a:xfrm>
          <a:prstGeom prst="roundRect">
            <a:avLst>
              <a:gd name="adj" fmla="val 2759"/>
            </a:avLst>
          </a:prstGeom>
          <a:solidFill>
            <a:srgbClr val="0A1A0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896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Memory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3898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memory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8072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exactly the memory it needs.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3042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2350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execution of programs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are isolated — crashes don't spread.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21868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0F2A17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48072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allocation and smart memory reuse.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Types of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04672"/>
            <a:ext cx="4251960" cy="3977640"/>
          </a:xfrm>
          <a:prstGeom prst="roundRect">
            <a:avLst>
              <a:gd name="adj" fmla="val 2759"/>
            </a:avLst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directly accessible by CPU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Memory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currently running programs &amp;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— data lost on power off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Memory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permanent boot instructions (BIOS)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— retained without power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21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CPU Buffer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fast, located near CPU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frequently accessed data (L1/L2/L3)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804672"/>
            <a:ext cx="4251960" cy="3977640"/>
          </a:xfrm>
          <a:prstGeom prst="roundRect">
            <a:avLst>
              <a:gd name="adj" fmla="val 2759"/>
            </a:avLst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778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2618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slower, larger capacity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91056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Drive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1993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spinning platters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capacity (TBs), affordable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7860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334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State Drive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 — no moving parts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HDD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210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Drive / USB Flash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flash 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Plug-and-play, used for data transfer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Virtual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is a technique that allows execution of large programs by using secondary storage as an extension of main memory. The OS maps virtual addresses to actual RAM.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 Memory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99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4505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 Maps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2029968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0A2540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299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(Physical)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65176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1A1A0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65176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 Large Programs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956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programs bigger than physical RAM using disk.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715768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Process Isolation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0723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has its own private virtual address space.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831336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Efficient Multitasking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4187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share RAM without interfering.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is the technique that makes virtual memory possible.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307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virtual address space (e.g., 4GB on 32-bit). The OS uses a Page Table to translate virtual → physical RAM addresses. Programs think they have dedicated memory.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Paging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divides logical memory into fixed-size pages and physical memory into equal-size frames. The OS maps pages → frames via a Page Table.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Memory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00B4D8">
              <a:alpha val="4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06D6A0">
              <a:alpha val="4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FFD166">
              <a:alpha val="4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5176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F4A261">
              <a:alpha val="4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5468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EF476F">
              <a:alpha val="4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5760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2377440" cy="429768"/>
          </a:xfrm>
          <a:prstGeom prst="roundRect">
            <a:avLst>
              <a:gd name="adj" fmla="val 12766"/>
            </a:avLst>
          </a:prstGeom>
          <a:solidFill>
            <a:srgbClr val="48CAE4">
              <a:alpha val="4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6052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164592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1B2A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6733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  →  Frame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2093976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→  Frame 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0" y="2514600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→  Frame 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2935224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 →  Frame 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335584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→  Frame 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377647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 →  Frame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164592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06D6A0">
              <a:alpha val="3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64592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0 ← Page 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214884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F4A261">
              <a:alpha val="35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14884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 ← Page 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265176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00B4D8">
              <a:alpha val="3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65176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 ← Page 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0" y="315468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48CAE4">
              <a:alpha val="35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15468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 ← Page 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0" y="365760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EF476F">
              <a:alpha val="35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65760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4 ← Page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0" y="4160520"/>
            <a:ext cx="2834640" cy="429768"/>
          </a:xfrm>
          <a:prstGeom prst="roundRect">
            <a:avLst>
              <a:gd name="adj" fmla="val 12766"/>
            </a:avLst>
          </a:prstGeom>
          <a:solidFill>
            <a:srgbClr val="FFD166">
              <a:alpha val="3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16052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 ← Page 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4736592"/>
            <a:ext cx="8503920" cy="3200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Benefit: Eliminates external fragmentation — pages don't need to be contiguous in physical memory.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Segmentation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similar to paging, except that the length of segments is variable and pages have a fixed size.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Segments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corresponds to a logical unit: main function, data structures, utility functions, stack.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Map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7157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maintains a table with segment number, size, and base address in physical/virtual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User-Visible Division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584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paging, the user defines segments — code, data, stack are each a separate segment.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segments vary in size, free memory may become fragmented into non-contiguous blocks.</a:t>
            </a:r>
            <a:endParaRPr lang="en-US" sz="1100" dirty="0"/>
          </a:p>
        </p:txBody>
      </p:sp>
      <p:pic>
        <p:nvPicPr>
          <p:cNvPr id="18" name="Image 0" descr="/home/claude/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777240"/>
            <a:ext cx="3657600" cy="2788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257800" y="777240"/>
            <a:ext cx="3657600" cy="2788920"/>
          </a:xfrm>
          <a:prstGeom prst="roundRect">
            <a:avLst>
              <a:gd name="adj" fmla="val 3279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View of Segmentation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57800" y="4041648"/>
            <a:ext cx="365760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vs Segmentation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94960" y="44074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Division: Paging=Fixed-size pages | Segmentation=Variable-size segments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94960" y="46817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Fragmentation: Paging=Internal | Segmentation=External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Demand Paging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50292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77724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804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23444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6093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loaded into RAM only when needed (on demand), not in advance. Reduces initial load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Swapper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5000" y="27980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necessary pages are brought into memory — not the entire process at once.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611880"/>
            <a:ext cx="3291840" cy="1024128"/>
          </a:xfrm>
          <a:prstGeom prst="roundRect">
            <a:avLst>
              <a:gd name="adj" fmla="val 8036"/>
            </a:avLst>
          </a:prstGeom>
          <a:solidFill>
            <a:srgbClr val="1B2A3B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39867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required page is not in RAM, a page fault triggers the OS to load it from disk.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822192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 Structure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1788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Bit: 1 = page is in RAM; 0 = page is on disk (causes Page Fault)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Bit: 1 = page was modified; must be written back to disk before eviction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TLB — Translation Lookaside Buffer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TLB is a fast hardware cache inside the CPU that stores recent Page Table entries to speed up virtual-to-physical address translation.</a:t>
            </a:r>
            <a:endParaRPr lang="en-US" sz="1300" dirty="0"/>
          </a:p>
        </p:txBody>
      </p:sp>
      <p:pic>
        <p:nvPicPr>
          <p:cNvPr id="6" name="Image 0" descr="/home/claude/im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493776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32588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TLB → Physical Memory Translation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0" y="132588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TLB HIT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23560" y="1737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address found in TLB → frame number retrieved instantly → access Physical Memory directly.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60604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670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TLB MISS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2356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in TLB → OS walks full Page Table → result cached in TLB for future access.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886200"/>
            <a:ext cx="3337560" cy="1115568"/>
          </a:xfrm>
          <a:prstGeom prst="roundRect">
            <a:avLst>
              <a:gd name="adj" fmla="val 8197"/>
            </a:avLst>
          </a:prstGeom>
          <a:solidFill>
            <a:srgbClr val="1B2A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950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TLB Performance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23560" y="4297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64–1024 entries. Hit rates above 98% common. Dramatically reduces address translation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Swapping &amp; Thrashing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4069080"/>
          </a:xfrm>
          <a:prstGeom prst="roundRect">
            <a:avLst>
              <a:gd name="adj" fmla="val 2697"/>
            </a:avLst>
          </a:prstGeom>
          <a:solidFill>
            <a:srgbClr val="1B2A3B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48CAE4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SWAPPING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RAM is full, the OS moves pages between RAM and disk to free space.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pages from RAM → Disk to free memory for another process.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pages back from Disk → RAM when the process resumes execution.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Space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disk partition or file used as overflow storage for RAM.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78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for multitasking but slow — disk I/O is much slower than RAM.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804672"/>
            <a:ext cx="4206240" cy="4069080"/>
          </a:xfrm>
          <a:prstGeom prst="roundRect">
            <a:avLst>
              <a:gd name="adj" fmla="val 2697"/>
            </a:avLst>
          </a:prstGeom>
          <a:solidFill>
            <a:srgbClr val="1B2A3B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804672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EF476F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THRASHING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1316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 occurs when a system spends more time swapping pages in/out than actually executing processes.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901952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processes competing for too little physical RAM.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615184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9204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 drops drastically while disk I/O skyrockets.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32841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falls even as more processes are added.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4041648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78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9204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process count, add more RAM, or use the working-set model.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Memory Management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00B4D8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9052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holding active data/instructions for the CPU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90E0E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745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331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→ Track → Deallocate → Protect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06D6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926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0083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383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crashes, isolation, multitasking, performance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7764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FFD166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9776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0599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(RAM, ROM, Cache) | Secondary (HDD, SSD, USB)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82296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F4A261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8229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76672" y="9052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disk as extended RAM; private address space per process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87452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48CAE4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8745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19568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2331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pages ↔ frames; page table maps virtual → physical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2608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EF476F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926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76672" y="30083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76672" y="3383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logical segments; segment map table used by 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9776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B2A3B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77640"/>
            <a:ext cx="457200" cy="914400"/>
          </a:xfrm>
          <a:prstGeom prst="roundRect">
            <a:avLst>
              <a:gd name="adj" fmla="val 16000"/>
            </a:avLst>
          </a:prstGeom>
          <a:solidFill>
            <a:srgbClr val="8AACBF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9776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76672" y="40599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 &amp; TLB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pages on demand; TLB caches translations; swapping &amp; thrashing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00584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— Computer Science Seminar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809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Memory  •  Memory Management  •  Types  •  Virtual Memory  •  Paging  •  Segmentation  •  Demand Paging  •  TLB  •  Swapping  •  Thrashing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- Seminar</dc:title>
  <dc:subject>PptxGenJS Presentation</dc:subject>
  <dc:creator>PptxGenJS</dc:creator>
  <cp:lastModifiedBy>PptxGenJS</cp:lastModifiedBy>
  <cp:revision>1</cp:revision>
  <dcterms:created xsi:type="dcterms:W3CDTF">2026-06-19T01:51:14Z</dcterms:created>
  <dcterms:modified xsi:type="dcterms:W3CDTF">2026-06-19T01:51:14Z</dcterms:modified>
</cp:coreProperties>
</file>